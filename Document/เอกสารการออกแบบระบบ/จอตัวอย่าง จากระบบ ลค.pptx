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30" autoAdjust="0"/>
  </p:normalViewPr>
  <p:slideViewPr>
    <p:cSldViewPr>
      <p:cViewPr varScale="1">
        <p:scale>
          <a:sx n="68" d="100"/>
          <a:sy n="68" d="100"/>
        </p:scale>
        <p:origin x="1226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C30B0-F1EE-49B4-973D-3BA3A1A05B13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C96AEA-A781-42A8-9C46-B12E1F4C0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61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C96AEA-A781-42A8-9C46-B12E1F4C0D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27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3776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531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40458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7833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319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495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22669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972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6760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5758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9024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8553C-A848-4F7E-9546-7542ADEC912F}" type="datetimeFigureOut">
              <a:rPr lang="th-TH" smtClean="0"/>
              <a:t>15/09/63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3D106-51BD-4FAA-973B-3D312176A44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84346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0"/>
            <a:ext cx="9108504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6566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501"/>
            <a:ext cx="9144000" cy="682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513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4" y="8560"/>
            <a:ext cx="9132216" cy="6825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861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6" y="-14962"/>
            <a:ext cx="9128684" cy="6872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7083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644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155" y="-11415"/>
            <a:ext cx="9158155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7948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</Words>
  <Application>Microsoft Office PowerPoint</Application>
  <PresentationFormat>On-screen Show (4:3)</PresentationFormat>
  <Paragraphs>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jack</cp:lastModifiedBy>
  <cp:revision>2</cp:revision>
  <dcterms:created xsi:type="dcterms:W3CDTF">2020-09-14T09:37:34Z</dcterms:created>
  <dcterms:modified xsi:type="dcterms:W3CDTF">2020-09-15T08:51:57Z</dcterms:modified>
</cp:coreProperties>
</file>